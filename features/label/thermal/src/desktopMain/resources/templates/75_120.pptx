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700338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95" d="100"/>
          <a:sy n="195" d="100"/>
        </p:scale>
        <p:origin x="-3720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499" y="64800"/>
            <a:ext cx="2619000" cy="4190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565" y="81807"/>
            <a:ext cx="2508450" cy="279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6" b="1">
                <a:solidFill>
                  <a:srgbClr val="000000"/>
                </a:solidFill>
                <a:latin typeface="Arial"/>
              </a:rPr>
              <a:t>Комплексная пищевая добавка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97" y="695446"/>
            <a:ext cx="2528287" cy="279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Состав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декстроза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,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соль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пищевая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,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экстракт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муската,экстракт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мяты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97" y="1874374"/>
            <a:ext cx="2519306" cy="139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Дозировка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: 4-15 г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1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кг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фарша</a:t>
            </a:r>
            <a:endParaRPr sz="916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97" y="1950951"/>
            <a:ext cx="2573148" cy="644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Хранение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и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срок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годности:18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месяцев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.  </a:t>
            </a:r>
          </a:p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Хранить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при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температуре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не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выше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25°C и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относительной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влажности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75%.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97" y="2553384"/>
            <a:ext cx="2541018" cy="69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>
                <a:solidFill>
                  <a:srgbClr val="000000"/>
                </a:solidFill>
                <a:latin typeface="Arial"/>
              </a:rPr>
              <a:t>Изготовитель:ИП Гармаш Игорь Николаевич</a:t>
            </a:r>
          </a:p>
          <a:p>
            <a:pPr algn="l"/>
            <a:r>
              <a:rPr sz="916" b="1">
                <a:solidFill>
                  <a:srgbClr val="000000"/>
                </a:solidFill>
                <a:latin typeface="Arial"/>
              </a:rPr>
              <a:t>Россия,Краснодарский край,Выселковский район,ст-ца Выселки,перПервомайский,д 19А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55" y="3263736"/>
            <a:ext cx="2004870" cy="2866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Дата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производства:11.04.2026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357" y="3967516"/>
            <a:ext cx="2551874" cy="139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u="sng">
                <a:solidFill>
                  <a:srgbClr val="000000"/>
                </a:solidFill>
                <a:latin typeface="Arial"/>
              </a:rPr>
              <a:t>ТУ 10.84.12-001-2041885831-2025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97" y="3667207"/>
            <a:ext cx="1569047" cy="139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Масса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: 3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кг</a:t>
            </a:r>
            <a:endParaRPr sz="916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857" y="322967"/>
            <a:ext cx="2573585" cy="23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27" b="1">
                <a:solidFill>
                  <a:srgbClr val="000000"/>
                </a:solidFill>
                <a:latin typeface="Arial"/>
              </a:rPr>
              <a:t>Колбаски Медовые</a:t>
            </a:r>
          </a:p>
        </p:txBody>
      </p:sp>
      <p:pic>
        <p:nvPicPr>
          <p:cNvPr id="1026" name="Picture 2" descr="C:\Users\user\Downloads\qrcod_dr2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3" y="3151990"/>
            <a:ext cx="745212" cy="74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</Words>
  <Application>Microsoft Office PowerPoint</Application>
  <PresentationFormat>Произвольный</PresentationFormat>
  <Paragraphs>11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user</cp:lastModifiedBy>
  <cp:revision>4</cp:revision>
  <cp:lastPrinted>2026-04-19T11:25:34Z</cp:lastPrinted>
  <dcterms:created xsi:type="dcterms:W3CDTF">2013-01-27T09:14:16Z</dcterms:created>
  <dcterms:modified xsi:type="dcterms:W3CDTF">2026-04-19T12:26:35Z</dcterms:modified>
  <cp:category/>
</cp:coreProperties>
</file>