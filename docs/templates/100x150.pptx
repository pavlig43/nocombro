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60045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95" d="100"/>
          <a:sy n="195" d="100"/>
        </p:scale>
        <p:origin x="-309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91" y="81007"/>
            <a:ext cx="3491562" cy="5238499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04" tIns="57155" rIns="121904" bIns="57155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3402" y="102268"/>
            <a:ext cx="3344181" cy="349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6" b="1">
                <a:solidFill>
                  <a:srgbClr val="000000"/>
                </a:solidFill>
                <a:latin typeface="Arial"/>
              </a:rPr>
              <a:t>Комплексная пищевая добавка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83" y="869390"/>
            <a:ext cx="3370627" cy="349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>
                <a:solidFill>
                  <a:srgbClr val="000000"/>
                </a:solidFill>
                <a:latin typeface="Arial"/>
              </a:rPr>
              <a:t>Состав: Каррагинан полурафинированный(Е 407а),камедь тары(Е 417),ксантановая камедь(Е 415)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83" y="2343190"/>
            <a:ext cx="3358654" cy="174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>
                <a:solidFill>
                  <a:srgbClr val="000000"/>
                </a:solidFill>
                <a:latin typeface="Arial"/>
              </a:rPr>
              <a:t>Дозировка: 4 г на 1 кг фарша</a:t>
            </a:r>
            <a:endParaRPr sz="916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983" y="2438921"/>
            <a:ext cx="3430434" cy="8059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 dirty="0" err="1">
                <a:solidFill>
                  <a:srgbClr val="000000"/>
                </a:solidFill>
                <a:latin typeface="Arial"/>
              </a:rPr>
              <a:t>Хранение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и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срок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годности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:</a:t>
            </a:r>
          </a:p>
          <a:p>
            <a:pPr algn="l"/>
            <a:r>
              <a:rPr sz="916" b="1" dirty="0">
                <a:solidFill>
                  <a:srgbClr val="000000"/>
                </a:solidFill>
                <a:latin typeface="Arial"/>
              </a:rPr>
              <a:t>18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месяцев</a:t>
            </a:r>
            <a:r>
              <a:rPr sz="916" b="1">
                <a:solidFill>
                  <a:srgbClr val="000000"/>
                </a:solidFill>
                <a:latin typeface="Arial"/>
              </a:rPr>
              <a:t>.  </a:t>
            </a:r>
          </a:p>
          <a:p>
            <a:pPr algn="l"/>
            <a:r>
              <a:rPr sz="916" b="1" dirty="0" err="1">
                <a:solidFill>
                  <a:srgbClr val="000000"/>
                </a:solidFill>
                <a:latin typeface="Arial"/>
              </a:rPr>
              <a:t>Хранить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при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температуре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не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выше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25°C и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относительной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влажности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75% в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закрытой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оригинальной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упаковке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83" y="3192034"/>
            <a:ext cx="3387599" cy="8730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>
                <a:solidFill>
                  <a:srgbClr val="000000"/>
                </a:solidFill>
                <a:latin typeface="Arial"/>
              </a:rPr>
              <a:t>Изготовитель:ИП Гармаш Игорь Николаевич</a:t>
            </a:r>
          </a:p>
          <a:p>
            <a:pPr algn="l"/>
            <a:r>
              <a:rPr sz="916" b="1">
                <a:solidFill>
                  <a:srgbClr val="000000"/>
                </a:solidFill>
                <a:latin typeface="Arial"/>
              </a:rPr>
              <a:t>Россия,Краснодарский край,Выселковский район,ст-ца Выселки,перПервомайский,д 19А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83" y="4188743"/>
            <a:ext cx="2626908" cy="14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 dirty="0" err="1">
                <a:solidFill>
                  <a:srgbClr val="000000"/>
                </a:solidFill>
                <a:latin typeface="Arial"/>
              </a:rPr>
              <a:t>Дата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916" b="1" dirty="0" err="1">
                <a:solidFill>
                  <a:srgbClr val="000000"/>
                </a:solidFill>
                <a:latin typeface="Arial"/>
              </a:rPr>
              <a:t>производства</a:t>
            </a:r>
            <a:r>
              <a:rPr sz="916" b="1" dirty="0">
                <a:solidFill>
                  <a:srgbClr val="000000"/>
                </a:solidFill>
                <a:latin typeface="Arial"/>
              </a:rPr>
              <a:t>: 17.04.2026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778" y="4959868"/>
            <a:ext cx="3402072" cy="174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 u="sng">
                <a:solidFill>
                  <a:srgbClr val="000000"/>
                </a:solidFill>
                <a:latin typeface="Arial"/>
              </a:rPr>
              <a:t>ТУ 10.84.12-001-2041885831-2025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83" y="4601285"/>
            <a:ext cx="2091801" cy="14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6" b="1">
                <a:solidFill>
                  <a:srgbClr val="000000"/>
                </a:solidFill>
                <a:latin typeface="Arial"/>
              </a:rPr>
              <a:t>Масса: 3 кг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128" y="403747"/>
            <a:ext cx="3431017" cy="2910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27" b="1">
                <a:solidFill>
                  <a:srgbClr val="000000"/>
                </a:solidFill>
                <a:latin typeface="Arial"/>
              </a:rPr>
              <a:t>Реогард</a:t>
            </a:r>
          </a:p>
        </p:txBody>
      </p:sp>
      <p:pic>
        <p:nvPicPr>
          <p:cNvPr id="13" name="Picture 2" descr="C:\Users\user\Downloads\qrcod_dr2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785" y="3813911"/>
            <a:ext cx="1203284" cy="120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</Words>
  <Application>Microsoft Office PowerPoint</Application>
  <PresentationFormat>Произвольный</PresentationFormat>
  <Paragraphs>12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user</cp:lastModifiedBy>
  <cp:revision>3</cp:revision>
  <cp:lastPrinted>2026-04-19T11:25:34Z</cp:lastPrinted>
  <dcterms:created xsi:type="dcterms:W3CDTF">2013-01-27T09:14:16Z</dcterms:created>
  <dcterms:modified xsi:type="dcterms:W3CDTF">2026-04-19T11:57:34Z</dcterms:modified>
  <cp:category/>
</cp:coreProperties>
</file>