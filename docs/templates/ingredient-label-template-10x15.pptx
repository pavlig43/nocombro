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3600000" cy="5400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5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125999" y="125999"/>
            <a:ext cx="3348000" cy="5148000"/>
          </a:xfrm>
          <a:prstGeom prst="roundRect">
            <a:avLst/>
          </a:prstGeom>
          <a:solidFill>
            <a:srgbClr val="FFFCF6"/>
          </a:solidFill>
          <a:ln w="12700">
            <a:solidFill>
              <a:srgbClr val="D2CD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06000" y="324000"/>
            <a:ext cx="1260000" cy="198000"/>
          </a:xfrm>
          <a:prstGeom prst="rect">
            <a:avLst/>
          </a:prstGeom>
          <a:noFill/>
        </p:spPr>
        <p:txBody>
          <a:bodyPr wrap="square" lIns="10800" rIns="10800" tIns="10800" bIns="10800">
            <a:normAutofit/>
          </a:bodyPr>
          <a:lstStyle/>
          <a:p>
            <a:pPr algn="l"/>
            <a:r>
              <a:rPr sz="1400" b="1" i="0">
                <a:solidFill>
                  <a:srgbClr val="2D2D2D"/>
                </a:solidFill>
                <a:latin typeface="Times New Roman"/>
              </a:rPr>
              <a:t>???????: 10124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13999" y="648000"/>
            <a:ext cx="2700000" cy="360000"/>
          </a:xfrm>
          <a:prstGeom prst="rect">
            <a:avLst/>
          </a:prstGeom>
          <a:noFill/>
        </p:spPr>
        <p:txBody>
          <a:bodyPr wrap="square" lIns="10800" rIns="10800" tIns="10800" bIns="10800">
            <a:normAutofit/>
          </a:bodyPr>
          <a:lstStyle/>
          <a:p>
            <a:pPr algn="ctr"/>
            <a:r>
              <a:rPr sz="1500" b="1" i="1">
                <a:solidFill>
                  <a:srgbClr val="2D2D2D"/>
                </a:solidFill>
                <a:latin typeface="Times New Roman"/>
              </a:rPr>
              <a:t>??????????? ??????? ???????
???????? ???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06000" y="1080000"/>
            <a:ext cx="2880000" cy="558000"/>
          </a:xfrm>
          <a:prstGeom prst="rect">
            <a:avLst/>
          </a:prstGeom>
          <a:noFill/>
        </p:spPr>
        <p:txBody>
          <a:bodyPr wrap="square" lIns="10800" rIns="10800" tIns="10800" bIns="10800">
            <a:normAutofit/>
          </a:bodyPr>
          <a:lstStyle/>
          <a:p>
            <a:pPr algn="l"/>
            <a:r>
              <a:rPr sz="1300" b="1" i="1">
                <a:solidFill>
                  <a:srgbClr val="2D2D2D"/>
                </a:solidFill>
                <a:latin typeface="Times New Roman"/>
              </a:rPr>
              <a:t>??????: ?????????? (E407), ??????? ??????? (E516), ??????????????.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06000" y="1782000"/>
            <a:ext cx="2880000" cy="251999"/>
          </a:xfrm>
          <a:prstGeom prst="rect">
            <a:avLst/>
          </a:prstGeom>
          <a:noFill/>
        </p:spPr>
        <p:txBody>
          <a:bodyPr wrap="square" lIns="10800" rIns="10800" tIns="10800" bIns="10800">
            <a:normAutofit/>
          </a:bodyPr>
          <a:lstStyle/>
          <a:p>
            <a:pPr algn="l"/>
            <a:r>
              <a:rPr sz="1300" b="1" i="1">
                <a:solidFill>
                  <a:srgbClr val="2D2D2D"/>
                </a:solidFill>
                <a:latin typeface="Times New Roman"/>
              </a:rPr>
              <a:t>?????????: 4 ? ?? 1 ?? ?????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06000" y="2052000"/>
            <a:ext cx="2880000" cy="1224000"/>
          </a:xfrm>
          <a:prstGeom prst="rect">
            <a:avLst/>
          </a:prstGeom>
          <a:noFill/>
        </p:spPr>
        <p:txBody>
          <a:bodyPr wrap="square" lIns="10800" rIns="10800" tIns="10800" bIns="10800">
            <a:normAutofit/>
          </a:bodyPr>
          <a:lstStyle/>
          <a:p>
            <a:pPr algn="l"/>
            <a:r>
              <a:rPr sz="1250" b="1" i="1">
                <a:solidFill>
                  <a:srgbClr val="2D2D2D"/>
                </a:solidFill>
                <a:latin typeface="Times New Roman"/>
              </a:rPr>
              <a:t>???????? ? ???? ????????:
18 ???????.
??????? ??? ??????????? ?? ???? 25?C ? ????????????? ????????? 75% ? ???????? ???????????? ????????.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06000" y="3330000"/>
            <a:ext cx="2232000" cy="936000"/>
          </a:xfrm>
          <a:prstGeom prst="rect">
            <a:avLst/>
          </a:prstGeom>
          <a:noFill/>
        </p:spPr>
        <p:txBody>
          <a:bodyPr wrap="square" lIns="10800" rIns="10800" tIns="10800" bIns="10800">
            <a:normAutofit/>
          </a:bodyPr>
          <a:lstStyle/>
          <a:p>
            <a:pPr algn="l"/>
            <a:r>
              <a:rPr sz="1230" b="1" i="1">
                <a:solidFill>
                  <a:srgbClr val="2D2D2D"/>
                </a:solidFill>
                <a:latin typeface="Times New Roman"/>
              </a:rPr>
              <a:t>????????????: ?? ?????? ????? ??????????
??????, ????????????? ????, ???????????? ?????, ??-?? ???????, ???. ????????????, ?. 19?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06000" y="4842000"/>
            <a:ext cx="2124000" cy="198000"/>
          </a:xfrm>
          <a:prstGeom prst="rect">
            <a:avLst/>
          </a:prstGeom>
          <a:noFill/>
        </p:spPr>
        <p:txBody>
          <a:bodyPr wrap="square" lIns="10800" rIns="10800" tIns="10800" bIns="10800">
            <a:normAutofit/>
          </a:bodyPr>
          <a:lstStyle/>
          <a:p>
            <a:pPr algn="l"/>
            <a:r>
              <a:rPr sz="1150" b="0" i="0">
                <a:solidFill>
                  <a:srgbClr val="2D2D2D"/>
                </a:solidFill>
                <a:latin typeface="Times New Roman"/>
              </a:rPr>
              <a:t>?? 10.84.12-001-2041885831-2025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42000" y="4158000"/>
            <a:ext cx="756000" cy="432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800" b="0" i="1">
                <a:solidFill>
                  <a:srgbClr val="465ACD"/>
                </a:solidFill>
                <a:latin typeface="Segoe Script"/>
              </a:rPr>
              <a:t>?????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502000" y="4050000"/>
            <a:ext cx="720000" cy="720000"/>
          </a:xfrm>
          <a:prstGeom prst="rect">
            <a:avLst/>
          </a:prstGeom>
          <a:noFill/>
          <a:ln w="19050">
            <a:solidFill>
              <a:srgbClr val="5A5A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2000" b="1">
                <a:solidFill>
                  <a:srgbClr val="464646"/>
                </a:solidFill>
                <a:latin typeface="Arial"/>
              </a:rPr>
              <a:t>QR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98000" y="5238000"/>
            <a:ext cx="3204000" cy="9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600">
                <a:solidFill>
                  <a:srgbClr val="787878"/>
                </a:solidFill>
                <a:latin typeface="Arial"/>
              </a:rPr>
              <a:t>??? ????? ????????????? ??????? ????? ???????? ?????.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